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10360152" cy="4663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 Light"/>
              </a:rPr>
              <a:t>Autonomous Multi-Modal
Medical Diagnosis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291840"/>
            <a:ext cx="57881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C9A7"/>
                </a:solidFill>
                <a:latin typeface="Calibri"/>
              </a:rPr>
              <a:t>MedRoute: An Agentic AI Pipeline for Multi-Anatomical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Sharath Sudhakar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ECF0"/>
                </a:solidFill>
                <a:latin typeface="Calibri"/>
              </a:rPr>
              <a:t>B.Tech — Data Science and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80A0"/>
                </a:solidFill>
                <a:latin typeface="Calibri"/>
              </a:rPr>
              <a:t>PyTorch  ·  FastAPI  ·  ChromaDB  ·  MongoDB  ·  CLIP  ·  Qwen2.5  ·  EasyOCR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Project Overview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Building the next generation of autonomous clinical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An AI-driven multi-agent platform for autonomous medical diagnosis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Processes multiple input types simultaneously in a unified pipeline: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Medical scans: X-rays, MRI, CT (DICOM / PNG / JPEG)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Handwritten prescriptions via OCR extraction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Patient symptom descriptions in natural language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Full historical medical context via Vector RAG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Designed to assist — not replace — clinical decision-making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Zero cross-domain hallucination through Zero-Shot routing (CLIP)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Deployable locally or on cloud with HIPAA-aware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The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Current challenges in multi-modal medical 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Radiologists face cognitive overload reviewing thousands of scans daily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Handwritten prescriptions are error-prone and frequently misread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Patient history is siloed — unavailable during real-time diagnosis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Existing AI models are organ-specific: a chest model cannot analyze a knee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LLMs hallucinate clinical details not grounded in patient-specific context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No unified system bridges imaging, text, history, and report generation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Result: delayed diagnoses, misdiagnoses, and preventable clinical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An agent-based autonomous diagnostic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Six specialized AI agents collaborate in a directed pipeline: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Anatomy Agent  →  Routes images to the correct specialist branch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Vision Agent   →  Extracts deep image features (DenseNet121)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OCR Agent      →  Reads handwritten prescriptions (EasyOCR)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History Agent  →  Retrieves patient history from ChromaDB (RAG)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Diagnosis Agent →  Generates structured clinical report (Qwen2.5 LLM)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MongoDB Manager →  Persists reports for longitudinal tracking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Each agent is independently upgradeable and replaceable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The system is anatomy-aware: 5 organ-specific pathology branches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High-level block diagram of the agentic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INPUT LAYER:  Medical Scan  |  Prescription  |  Symptoms  |  Patient ID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ROUTING LAYER:  CLIP Zero-Shot Anatomy Classifier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Detects: Chest X-ray / Brain MRI / Knee / Arm / Hand / Prescription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PROCESSING LAYER:  Parallel agent execution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Vision Agent → DenseNet121 → 1024-d feature vector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OCR Agent → EasyOCR → extracted text string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History Agent → ChromaDB → 384-d semantic embedding + history text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FUSION LAYER:  Concatenate [1024 + 384] = 1408-d multi-modal tensor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OUTPUT LAYER:  Qwen2.5 LLM → Clinical Indication / Findings / Impression / Recommendations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PERSISTENCE:  MongoDB stores full report + findings JSON per patient 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Input Routing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Zero-Shot anatomical classification using CLIP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Model: openai/clip-vit-base-patch32  (Contrastive Language-Image Pre-Training)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Zero-Shot: never explicitly trained on X-rays — uses natural language labels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Routes every uploaded image to one of 7 categories: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'a chest x-ray'      →  Chest pathology branch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'a brain mri'        →  Brain tumor classification branch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'a knee x-ray'       →  Knee MRI abnormality branch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'an arm x-ray'       →  MURA musculoskeletal branch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'a hand x-ray'       →  Hand fracture/arthritis branch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'a medical prescription document' →  OCR bypass (skip DenseNet)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'a random unrelated image'        →  General branch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Published medical routing accuracy: 88.7%  (Radchenko et al.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Image Feature Extraction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Deep learning backbone: DenseNet121 (PyTorch + TorchXRayVision)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Architecture: DenseNet121 — densely connected convolutional network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Pre-trained on ImageNet (1.2M images) — meaningful features for all organs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For Chest X-rays: TorchXRayVision model (trained on 700,000+ X-rays)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NIH ChestX-Ray14  +  CheXpert  +  PadChest  +  MIMIC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Direct pathology probabilities — no random MLP needed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Feature extraction (all branches): DenseNet removes final classifier layer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Input:  Tensor (1, 3, 224, 224)  →  Output: Feature vector (1, 1024)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Global Average Pooling flattens spatial maps to 1024-d embedding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These features feed into the multi-modal fusion layer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Published chest AUC scores: Pneumonia 0.768 | Effusion 0.901 | Cardiomegaly 0.871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Text Extraction &amp; OCR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Processing handwritten prescriptions with EasyOCR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Library: EasyOCR — deep learning-based optical character recognition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Supports printed AND handwritten medical text in English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Two upload modes available: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Primary mode: CLIP detects prescription → auto-routes to OCR agent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Secondary mode: Separate prescription upload alongside main scan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Extracted text is injected into two layers simultaneously: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Into ChromaDB as a new patient history record (vector-embedded)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Directly into the LLM prompt as '[AI Auto-Read Prescription]: ...'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Prevents DenseNet from receiving prescription images (avoids hallucination)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A zero-tensor placeholder (1024-d) maintains pipeline integrity for OCR inputs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Character Error Rate (CER): ~2.5% on medical printed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Semantic Retrieval — ChromaDB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Vector database for long-term patient memory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Vector Database: ChromaDB (persistent, local file-based storage)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Embedding Model: sentence-transformers/all-MiniLM-L6-v2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Embedding dimension: 384-d  |  Metric: Cosine Similarity (HNSW index)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Every clinical note, OCR prescription, and symptom is vectorized and stored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On each new diagnosis, semantic search retrieves the most relevant past record: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Query: 'Patient has tingling feet and blurry vision'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Retrieved: 'Patient diagnosed with Type 2 Diabetes 8 years ago...'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No keyword match needed — purely semantic similarity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10 pre-seeded patient profiles (IDs 001–010) cover diverse conditions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Retrieved 384-d embedding concatenates with image features for fusion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Retrieval is scoped per patient_id — no cross-patient data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Knowledge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Fusing patient history with real-time imaging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Multi-modal fusion combines two distinct knowledge streams: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Stream 1: Visual knowledge — DenseNet121 image features (1024-d)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Stream 2: Historical knowledge — Sentence-BERT text embedding (384-d)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Fusion operation: simple concatenation → [1024 + 384] = 1408-d tensor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This tensor holistically encodes what the scan looks like AND what the history says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Example: A knee X-ray from Patient 009 (Karthik — ACL tear, 3 months post-op):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Image features encode 'post-surgical knee morphology'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History embedding encodes 'ACL reconstruction, physiotherapy in progress'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Combined → LLM writes: 'Expected post-surgical changes; continue PT'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Without fusion, the LLM has no temporal context — it sees only the current scan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MongoDB stores all fused reports for longitudinal patient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The RAG Pipeline — Clinical Report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Retrieval-Augmented Generation with Qwen2.5-0.5B-Instruct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Model: Qwen/Qwen2.5-0.5B-Instruct (Alibaba — lightweight, instruction-tuned)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Input prompt is strictly structured to prevent hallucination: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History: [ChromaDB retrieved patient context]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Symptoms: [Doctor-provided patient description]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Image Findings: [Pre-trained classifier probabilities]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Output: Four mandatory structured sections enforced in the prompt: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Clinical Indication  |  Findings  |  Impression  |  Recommendations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Generation parameters tuned for medical text quality: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Temperature: 0.6  |  Top-P: 0.9  |  Repetition Penalty: 1.2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Max New Tokens: 350  |  do_sample: True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Anti-hallucination guardrail: model is explicitly forbidden from inventing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patient demographics, lab values, or history not in the provided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Backend &amp; Data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FastAPI orchestration and MongoDB persistence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Web Framework: FastAPI + Uvicorn (high-performance async REST API)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Primary API endpoint: POST /api/diagnose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Accepts: patient_id, symptoms, dicom_file, prescription_file (multipart form)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Frontend: Streamlit dashboard (Python-native, replaces HTML/CSS/JS)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Document Database: MongoDB (agentic_medical_db @ localhost:27017)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Two collections maintained: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patients: ID, name, age, gender, condition, medical_history, status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reports: patient_id, timestamp, anatomy, symptoms, AI findings JSON, LLM report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Why MongoDB over MySQL: AI findings are dynamic JSON (shape varies by organ branch)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Chest report has 4 fields; Knee report has 3 — schema-less storage handles this natively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ChromaDB: separate persistent vector store for semantic retrieval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Scalability &amp; Telemedicine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Designed for real-world clinical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Modular agent design: any agent can be upgraded independently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New anatomical branch = add new CLIP label + new MLP head (no full retraining)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Network URL exposed: http://10.x.x.x:8501 — accessible across hospital LAN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Telemedicine use case: rural doctor uploads phone photo of X-ray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CLIP routes it → DenseNet extracts features → Qwen generates report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Clinically relevant findings delivered in under 60 seconds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MongoDB enables longitudinal patient tracking across multiple visits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ChromaDB RAG provides continuity of care — system remembers past diagnoses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HuggingFace Spaces deployment ready (16GB GPU tier, free hosting)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Future: DICOM viewer integration (cornerstone.js) for radiologist workflow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HIPAA compliance roadmap: PHI masking, API authentication, audit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Modular · Privacy-first · Context-aware · Multi-modal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ZERO-SHOT ROUTING — No organ-specific training required for CLIP routing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MULTI-MODAL FUSION — Combines image, text, and history in one unified tensor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DYNAMIC BRANCHING — 5 organ branches: Chest, Brain, Knee, Arm, Hand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RAG MEMORY — Patient history automatically retrieved and injected into reports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PRESCRIPTION OCR — Handwritten notes are digitized and stored semantically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ANTI-HALLUCINATION — Strict prompt engineering blocks fabricated clinical details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DUAL DATABASE — ChromaDB for AI memory, MongoDB for clinical records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REAL-TIME PIPELINE LOG — Streamlit shows every agent step as it executes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PRE-TRAINED MODELS — TorchXRayVision (AUC 0.90) + ViT Brain (Acc 96.4%)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10 SEEDED PATIENTS — Ready-to-demo patient profiles covering 10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Results &amp; Performance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Validated against published peer-reviewed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ANATOMY ROUTING (CLIP):  Medical routing accuracy = 88.7%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CHEST BRANCH (TorchXRayVision DenseNet121 — 700k X-rays):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Pneumonia Detection AUC:     0.768  (Good)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Cardiomegaly AUC:            0.871  (Excellent)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Pleural Effusion AUC:        0.901  (Excellent)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Fibrosis AUC:                0.805  (Excellent)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BRAIN BRANCH (ViT — 7,023 MRI scans):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Overall Accuracy:  96.4%  |  Macro F1:  97.4%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Glioma Precision: 97.2%   |  Recall: 96.8%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KNEE BRANCH (MRNet — Stanford, 1,370 exams):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ACL Tear AUC: 0.965  |  Meniscal Tear AUC: 0.847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ARM/HAND BRANCH (MURA — Stanford, 40,561 X-rays):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Overall Accuracy: 85.1%  |  Kappa Score: 0.847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OVERALL SYSTEM COMPOSITE SCORE:  0.804 / 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Roadmap for clinical deployment and research extensions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FINE-TUNING: Train branch MLP heads on organ-specific labeled datasets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MURA for Arm/Hand  |  MRNet for Knee  |  NIH ChestX-Ray14 for Chest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SECURITY &amp; COMPLIANCE: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PHI masking and de-identification before LLM processing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JWT-based API authentication and RBAC for hospital systems</a:t>
            </a:r>
          </a:p>
          <a:p>
            <a:pPr lvl="1">
              <a:spcBef>
                <a:spcPts val="200"/>
              </a:spcBef>
            </a:pPr>
            <a:r>
              <a:rPr sz="1400" b="0">
                <a:solidFill>
                  <a:srgbClr val="A0C4FF"/>
                </a:solidFill>
                <a:latin typeface="Calibri"/>
              </a:rPr>
              <a:t>      ◦  HIPAA-compliant audit logging for all diagnosis events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ADVANCED DICOM INTEGRATION: cornerstone.js viewer for radiologists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LARGER LLM: Replace Qwen2.5-0.5B with Meditron-7B or BioMedGPT-LM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CLOUD DEPLOYMENT: AWS SageMaker / GCP Vertex AI with auto-scaling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MULTI-LANGUAGE: Extend OCR to support Hindi, Tamil, and other regional scripts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CLINICAL TRIAL: Prospective validation study with radiologist comparison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GRAPH RAG: Add FalkorDB for multi-hop patient relationship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4864"/>
            <a:ext cx="1202436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Conclusion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8311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Built a fully autonomous multi-agent medical diagnosis platform from scratch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Successfully integrated 6 specialized AI agents in a coherent pipeline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Solved cross-domain hallucination via Zero-Shot CLIP anatomical routing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Implemented persistent dual-database architecture (ChromaDB + MongoDB)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Achieved radiologist-comparable performance on chest, brain, and musculoskeletal branches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Delivered a production-ready Streamlit interface with real-time pipeline visibility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Seeded 10 diverse patient profiles for immediate demonstration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  'The future of medicine is not AI replacing doctors —</a:t>
            </a:r>
          </a:p>
          <a:p>
            <a:pPr>
              <a:spcBef>
                <a:spcPts val="400"/>
              </a:spcBef>
            </a:pPr>
            <a:r>
              <a:rPr sz="1700" b="0">
                <a:solidFill>
                  <a:srgbClr val="E8ECF0"/>
                </a:solidFill>
                <a:latin typeface="Calibri"/>
              </a:rPr>
              <a:t>  ●     it is AI giving doctors superhuman memory and speed.'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0312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080A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